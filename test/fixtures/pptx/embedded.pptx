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oleObject"/>
  <Default Extension="emf" ContentType="image/x-emf"/>
  <Override PartName="/ppt/slides/slide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oleObject" Target="../embeddings/oleObject1.bin"/>
<Relationship Id="rId3" Type="http://schemas.openxmlformats.org/officeDocument/2006/relationships/image" Target="../media/oleObject1-preview.emf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Known geometry for the importer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d-rect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ue-ellipse"/>
          <p:cNvSpPr/>
          <p:nvPr/>
        </p:nvSpPr>
        <p:spPr>
          <a:xfrm>
            <a:off x="4572000" y="914400"/>
            <a:ext cx="1828800" cy="1828800"/>
          </a:xfrm>
          <a:prstGeom prst="ellipse">
            <a:avLst/>
          </a:prstGeom>
          <a:solidFill>
            <a:srgbClr val="0000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tated-rect"/>
          <p:cNvSpPr/>
          <p:nvPr/>
        </p:nvSpPr>
        <p:spPr>
          <a:xfrm rot="1800000">
            <a:off x="7315200" y="914400"/>
            <a:ext cx="1828800" cy="9144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-rect"/>
          <p:cNvSpPr/>
          <p:nvPr/>
        </p:nvSpPr>
        <p:spPr>
          <a:xfrm>
            <a:off x="914400" y="3657600"/>
            <a:ext cx="1828800" cy="91440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iangle"/>
          <p:cNvSpPr/>
          <p:nvPr/>
        </p:nvSpPr>
        <p:spPr>
          <a:xfrm>
            <a:off x="3657600" y="3657600"/>
            <a:ext cx="1828800" cy="1828800"/>
          </a:xfrm>
          <a:prstGeom prst="triangl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arrow"/>
          <p:cNvCxnSpPr/>
          <p:nvPr/>
        </p:nvCxnSpPr>
        <p:spPr>
          <a:xfrm>
            <a:off x="6400800" y="3657600"/>
            <a:ext cx="2743200" cy="18288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hello"/>
          <p:cNvSpPr txBox="1"/>
          <p:nvPr/>
        </p:nvSpPr>
        <p:spPr>
          <a:xfrm>
            <a:off x="7315200" y="228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</a:rPr>
              <a:t>Hello </a:t>
            </a:r>
            <a:r>
              <a:rPr sz="2400" i="1">
                <a:solidFill>
                  <a:srgbClr val="123456"/>
                </a:solidFill>
              </a:rPr>
              <a:t>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1828800"/>
          </a:xfrm>
          <a:prstGeom prst="rect">
            <a:avLst/>
          </a:prstGeom>
        </p:spPr>
      </p:pic>
      <p:pic>
        <p:nvPicPr>
          <p:cNvPr id="3" name="cropped" descr="image.pn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5486400" y="914400"/>
            <a:ext cx="1828800" cy="18288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5486400" y="3657600"/>
            <a:ext cx="1371600" cy="914400"/>
            <a:chOff x="914400" y="3657600"/>
            <a:chExt cx="2743200" cy="1828800"/>
          </a:xfrm>
        </p:grpSpPr>
        <p:sp>
          <p:nvSpPr>
            <p:cNvPr id="5" name="group-a"/>
            <p:cNvSpPr/>
            <p:nvPr/>
          </p:nvSpPr>
          <p:spPr>
            <a:xfrm>
              <a:off x="914400" y="3657600"/>
              <a:ext cx="914400" cy="914400"/>
            </a:xfrm>
            <a:prstGeom prst="rect">
              <a:avLst/>
            </a:prstGeom>
            <a:solidFill>
              <a:srgbClr val="00FF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group-b"/>
            <p:cNvSpPr/>
            <p:nvPr/>
          </p:nvSpPr>
          <p:spPr>
            <a:xfrm>
              <a:off x="2743200" y="4572000"/>
              <a:ext cx="914400" cy="914400"/>
            </a:xfrm>
            <a:prstGeom prst="rect">
              <a:avLst/>
            </a:prstGeom>
            <a:solidFill>
              <a:srgbClr val="FF00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pPr lvl="1"/>
            <a:r>
              <a:t>Nested point</a:t>
            </a:r>
          </a:p>
          <a:p>
            <a:r>
              <a:t>Second point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3657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bent-arrow"/>
          <p:cNvSpPr/>
          <p:nvPr/>
        </p:nvSpPr>
        <p:spPr>
          <a:xfrm>
            <a:off x="914400" y="914400"/>
            <a:ext cx="1828800" cy="2743200"/>
          </a:xfrm>
          <a:prstGeom prst="bentArrow">
            <a:avLst/>
          </a:prstGeom>
          <a:solidFill>
            <a:srgbClr val="156082"/>
          </a:solidFill>
          <a:ln>
            <a:noFill/>
          </a:ln>
        </p:spPr>
      </p:sp>
      <p:graphicFrame>
        <p:nvGraphicFramePr>
          <p:cNvPr id="3" name="pdf-object"/>
          <p:cNvGraphicFramePr/>
          <p:nvPr/>
        </p:nvGraphicFramePr>
        <p:xfrm>
          <a:off x="4572000" y="914400"/>
          <a:ext cx="2743200" cy="2743200"/>
        </p:xfrm>
        <a:graphic>
          <a:graphicData uri="http://schemas.openxmlformats.org/presentationml/2006/ole">
            <mc:AlternateContent>
              <mc:Choice xmlns:v="urn:schemas-microsoft-com:vml" Requires="v">
                <p:oleObj name="Acrobat Document" r:id="rId2" imgW="2743200" imgH="2743200" progId="Acrobat.Document.DC">
                  <p:embed/>
                </p:oleObj>
              </mc:Choice>
              <mc:Fallback>
                <p:oleObj name="Acrobat Document" r:id="rId2" imgW="2743200" imgH="2743200" progId="Acrobat.Document.DC">
                  <p:embed/>
                  <p:pic>
                    <p:nvPicPr>
                      <p:cNvPr id="3" name="pdf-object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0" y="914400"/>
                        <a:ext cx="2743200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